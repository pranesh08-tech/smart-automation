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5029200" cy="50292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657600" cy="3657600"/>
          </a:xfrm>
          <a:prstGeom prst="ellipse">
            <a:avLst/>
          </a:prstGeom>
          <a:solidFill>
            <a:srgbClr val="97BC62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97BC62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914400"/>
            <a:ext cx="1005840" cy="1005840"/>
          </a:xfrm>
          <a:prstGeom prst="ellipse">
            <a:avLst/>
          </a:prstGeom>
          <a:solidFill>
            <a:srgbClr val="E0A72E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828800"/>
            <a:ext cx="457200" cy="320040"/>
          </a:xfrm>
          <a:prstGeom prst="rect">
            <a:avLst/>
          </a:prstGeom>
          <a:solidFill>
            <a:srgbClr val="B8B8B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ENERGY SAVING ROOM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Microphone Module (Clap Detection) and Arduino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Clap  </a:t>
            </a:r>
            <a:pPr indent="0" marL="0">
              <a:buNone/>
            </a:pPr>
            <a:r>
              <a:rPr lang="en-US" sz="17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ON / OFF  </a:t>
            </a:r>
            <a:pPr indent="0" marL="0">
              <a:buNone/>
            </a:pPr>
            <a:r>
              <a:rPr lang="en-US" sz="17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700" b="1" dirty="0">
                <a:solidFill>
                  <a:srgbClr val="E0A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Energy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Clap... Big Change...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Motivation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♦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20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simple and low-cost energy-saving room system using Arduino that controls a light through clap detection with a microphone module.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45352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5392" y="1874520"/>
            <a:ext cx="548640" cy="548640"/>
          </a:xfrm>
          <a:prstGeom prst="ellipse">
            <a:avLst/>
          </a:prstGeom>
          <a:solidFill>
            <a:srgbClr val="E0A72E"/>
          </a:solidFill>
          <a:ln/>
        </p:spPr>
      </p:sp>
      <p:sp>
        <p:nvSpPr>
          <p:cNvPr id="11" name="Text 9"/>
          <p:cNvSpPr/>
          <p:nvPr/>
        </p:nvSpPr>
        <p:spPr>
          <a:xfrm>
            <a:off x="6565392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3E1C"/>
                </a:solidFill>
              </a:rPr>
              <a:t>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96912" y="1920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 for the Project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65392" y="260604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A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reduce unnecessary electricity consumption and provide a convenient, smart way to control the light using claps — instead of manual switches.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Saving Room  |  Clap Detection with Arduino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8620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microcontroller — processes the clap pattern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(Sound) Module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0" y="28620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clap sound / ambient sound level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6676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6760" y="28620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the mains load (bulb) ON / OFF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069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4663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/ Bulb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77240" y="51023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load being controlled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8404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069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72000" y="4663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 &amp; Jumper Wires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000" y="51023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connections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84048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4069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97BC62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366760" y="4663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 &amp; Power Supply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66760" y="51023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protection and 5V power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Saving Room  |  Clap Detection with Arduino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Diagram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8096" y="27432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9D7DA"/>
          </a:solidFill>
          <a:ln w="15875">
            <a:solidFill>
              <a:srgbClr val="2C5F2D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13816" y="27432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Clap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B3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642616" y="27432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962656" y="27432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CFE3F5"/>
          </a:solidFill>
          <a:ln w="15875">
            <a:solidFill>
              <a:srgbClr val="2C5F2D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08376" y="27432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Module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B3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(Detects Sound)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37176" y="27432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157216" y="27432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D6EAD3"/>
          </a:solidFill>
          <a:ln w="15875">
            <a:solidFill>
              <a:srgbClr val="2C5F2D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02936" y="27432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B3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(Processes Pattern)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031736" y="27432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351776" y="27432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E3D6F0"/>
          </a:solidFill>
          <a:ln w="15875">
            <a:solidFill>
              <a:srgbClr val="2C5F2D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97496" y="27432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B3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(Controls Load)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226296" y="27432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546336" y="27432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BE7B8"/>
          </a:solidFill>
          <a:ln w="15875">
            <a:solidFill>
              <a:srgbClr val="2C5F2D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92056" y="274320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/ Bulb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B3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(Light)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0160" y="46634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is captured by the microphone, interpreted by the Arduino as a valid or invalid clap pattern, and used to trigger the relay that switches the light.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Saving Room  |  Clap Detection with Arduino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600200" y="1645920"/>
            <a:ext cx="9326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74520" y="16459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module detects clap sound (sound level).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982980" y="2377440"/>
            <a:ext cx="0" cy="429768"/>
          </a:xfrm>
          <a:prstGeom prst="line">
            <a:avLst/>
          </a:prstGeom>
          <a:noFill/>
          <a:ln w="25400">
            <a:solidFill>
              <a:srgbClr val="97BC6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40080" y="2807208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072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600200" y="2761488"/>
            <a:ext cx="9326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74520" y="276148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checks for a double clap within a short time window (0.3 – 0.8 sec).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82980" y="3493008"/>
            <a:ext cx="0" cy="429768"/>
          </a:xfrm>
          <a:prstGeom prst="line">
            <a:avLst/>
          </a:prstGeom>
          <a:noFill/>
          <a:ln w="25400">
            <a:solidFill>
              <a:srgbClr val="97BC6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40080" y="3922776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2277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600200" y="3877056"/>
            <a:ext cx="9326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74520" y="3877056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valid clap pattern is found → toggle the LED (ON / OFF).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982980" y="4608576"/>
            <a:ext cx="0" cy="429768"/>
          </a:xfrm>
          <a:prstGeom prst="line">
            <a:avLst/>
          </a:prstGeom>
          <a:noFill/>
          <a:ln w="25400">
            <a:solidFill>
              <a:srgbClr val="97BC6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40080" y="5038344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03834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600200" y="4992624"/>
            <a:ext cx="9326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874520" y="4992624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only one clap, or normal speech/noise → the signal is ignored.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Saving Room  |  Clap Detection with Arduino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Clap Detection Logic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498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Clap 1 + Clap 2 (within 0.3 – 0.8 sec)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21040" y="1938528"/>
            <a:ext cx="3291840" cy="740664"/>
          </a:xfrm>
          <a:prstGeom prst="roundRect">
            <a:avLst>
              <a:gd name="adj" fmla="val 49383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1938528"/>
            <a:ext cx="32918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Valid → Light ON / OFF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7498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06324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Clap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21040" y="3172968"/>
            <a:ext cx="3291840" cy="740664"/>
          </a:xfrm>
          <a:prstGeom prst="roundRect">
            <a:avLst>
              <a:gd name="adj" fmla="val 49383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3172968"/>
            <a:ext cx="32918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Ignored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7498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29768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/ Background Noise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21040" y="4407408"/>
            <a:ext cx="3291840" cy="740664"/>
          </a:xfrm>
          <a:prstGeom prst="roundRect">
            <a:avLst>
              <a:gd name="adj" fmla="val 49383"/>
            </a:avLst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4407408"/>
            <a:ext cx="32918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Ignored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Saving Room  |  Clap Detection with Arduino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Flow — Example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613916" y="237744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CFE3F5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13916" y="23774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Clap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991356" y="2377440"/>
            <a:ext cx="914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7BC62"/>
                </a:solidFill>
              </a:rPr>
              <a:t>→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905756" y="237744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CFE3F5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05756" y="23774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Clap 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283196" y="2377440"/>
            <a:ext cx="914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7BC62"/>
                </a:solidFill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8197596" y="2377440"/>
            <a:ext cx="2377440" cy="1463040"/>
          </a:xfrm>
          <a:prstGeom prst="roundRect">
            <a:avLst>
              <a:gd name="adj" fmla="val 9375"/>
            </a:avLst>
          </a:prstGeom>
          <a:solidFill>
            <a:srgbClr val="FBE7B8"/>
          </a:solidFill>
          <a:ln/>
          <a:effectLst>
            <a:outerShdw sx="100000" sy="100000" kx="0" ky="0" algn="bl" rotWithShape="0" blurRad="762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97596" y="23774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 ON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B3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(or OFF)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194560" y="4389120"/>
            <a:ext cx="7772400" cy="1097280"/>
          </a:xfrm>
          <a:prstGeom prst="roundRect">
            <a:avLst>
              <a:gd name="adj" fmla="val 8333"/>
            </a:avLst>
          </a:prstGeom>
          <a:solidFill>
            <a:srgbClr val="2C5F2D">
              <a:alpha val="80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4389120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double clap toggles the light.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clap or other sounds are ignored.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Saving Room  |  Clap Detection with Arduino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80160" y="1664208"/>
            <a:ext cx="9509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08760" y="1664208"/>
            <a:ext cx="9052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microphone module for clap detection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80160" y="2505456"/>
            <a:ext cx="9509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08760" y="2505456"/>
            <a:ext cx="9052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Double-clap pattern improves accuracy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40080" y="341985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80160" y="3346704"/>
            <a:ext cx="9509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508760" y="3346704"/>
            <a:ext cx="9052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false triggering from speech or noise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0080" y="4261104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80160" y="4187952"/>
            <a:ext cx="9509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508760" y="4187952"/>
            <a:ext cx="9052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low-cost, and easy to build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40080" y="5102352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102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80160" y="5029200"/>
            <a:ext cx="9509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508760" y="5029200"/>
            <a:ext cx="9052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Energy-saving and user-friendly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 Saving Room  |  Clap Detection with Arduino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C5F2D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97BC62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Clap. Big Change.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EA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shows how a simple sound sensor and Arduino can be used to create a smart, energy-saving room system. It provides a convenient way to control the light using claps — while avoiding unwanted triggers from normal sounds.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3796" y="4480560"/>
            <a:ext cx="3383280" cy="1554480"/>
          </a:xfrm>
          <a:prstGeom prst="roundRect">
            <a:avLst>
              <a:gd name="adj" fmla="val 7059"/>
            </a:avLst>
          </a:prstGeom>
          <a:solidFill>
            <a:srgbClr val="2C5F2D">
              <a:alpha val="75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" y="459028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A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3796" y="5257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build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2836" y="4480560"/>
            <a:ext cx="3383280" cy="1554480"/>
          </a:xfrm>
          <a:prstGeom prst="roundRect">
            <a:avLst>
              <a:gd name="adj" fmla="val 7059"/>
            </a:avLst>
          </a:prstGeom>
          <a:solidFill>
            <a:srgbClr val="2C5F2D">
              <a:alpha val="75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2836" y="459028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A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0.3–0.8s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402836" y="5257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Double-clap window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1876" y="4480560"/>
            <a:ext cx="3383280" cy="1554480"/>
          </a:xfrm>
          <a:prstGeom prst="roundRect">
            <a:avLst>
              <a:gd name="adj" fmla="val 7059"/>
            </a:avLst>
          </a:prstGeom>
          <a:solidFill>
            <a:srgbClr val="2C5F2D">
              <a:alpha val="75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51876" y="459028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A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151876" y="5257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switch free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263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AA7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2026-09-16T16:45:57Z</dcterms:created>
  <dcterms:modified xsi:type="dcterms:W3CDTF">2026-09-16T16:45:57Z</dcterms:modified>
</cp:coreProperties>
</file>